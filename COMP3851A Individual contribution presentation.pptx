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Plus Jakarta Sans" panose="02010600030101010101" charset="0"/>
      <p:regular r:id="rId9"/>
      <p:bold r:id="rId10"/>
      <p:italic r:id="rId11"/>
      <p:boldItalic r:id="rId12"/>
    </p:embeddedFont>
    <p:embeddedFont>
      <p:font typeface="Plus Jakarta Sans SemiBold" panose="02010600030101010101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B6C147-A62D-4C96-AAA0-4D99C44A1FA3}">
  <a:tblStyle styleId="{39B6C147-A62D-4C96-AAA0-4D99C44A1FA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33" autoAdjust="0"/>
  </p:normalViewPr>
  <p:slideViewPr>
    <p:cSldViewPr snapToGrid="0">
      <p:cViewPr varScale="1">
        <p:scale>
          <a:sx n="104" d="100"/>
          <a:sy n="104" d="100"/>
        </p:scale>
        <p:origin x="96" y="1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775" y="438150"/>
            <a:ext cx="11220450" cy="59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1550" y="2293590"/>
            <a:ext cx="19526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3973710"/>
            <a:ext cx="102489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971550" y="2760315"/>
            <a:ext cx="1076134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Job Recruitment System (JRS)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71550" y="3354585"/>
            <a:ext cx="102489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1 Individual Technical Contribution Report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4425" y="2374552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971550" y="4221360"/>
            <a:ext cx="32892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PRESENTER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71550" y="4383285"/>
            <a:ext cx="32892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1F5F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Zheng Chenjun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451300" y="4221360"/>
            <a:ext cx="32892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INDIVIDUAL ROLE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451300" y="4383285"/>
            <a:ext cx="32892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1F5F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Lead UI/UX Designer &amp; Front-End Dev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931050" y="4221360"/>
            <a:ext cx="3289399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SCOPE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931050" y="4383285"/>
            <a:ext cx="328939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1F5F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Aim A: Self-Registration &amp; Account Mgmt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775" y="1276350"/>
            <a:ext cx="54673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276350"/>
            <a:ext cx="54673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85775" y="438150"/>
            <a:ext cx="5467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SCOPE &amp; FUNCTIONAL MAPPING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85775" y="600075"/>
            <a:ext cx="574071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Aim A Core Scope &amp; Contribution Breakdown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09650" y="1514475"/>
            <a:ext cx="47053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Target Scope &amp; Requirements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762750" y="1514475"/>
            <a:ext cx="47053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Personal Contribution (%)</a:t>
            </a:r>
            <a:endParaRPr/>
          </a:p>
        </p:txBody>
      </p:sp>
      <p:graphicFrame>
        <p:nvGraphicFramePr>
          <p:cNvPr id="107" name="Google Shape;107;p14"/>
          <p:cNvGraphicFramePr/>
          <p:nvPr>
            <p:extLst>
              <p:ext uri="{D42A27DB-BD31-4B8C-83A1-F6EECF244321}">
                <p14:modId xmlns:p14="http://schemas.microsoft.com/office/powerpoint/2010/main" val="1603385433"/>
              </p:ext>
            </p:extLst>
          </p:nvPr>
        </p:nvGraphicFramePr>
        <p:xfrm>
          <a:off x="6477000" y="1933575"/>
          <a:ext cx="4991100" cy="2476500"/>
        </p:xfrm>
        <a:graphic>
          <a:graphicData uri="http://schemas.openxmlformats.org/drawingml/2006/table">
            <a:tbl>
              <a:tblPr firstRow="1" bandRow="1">
                <a:noFill/>
                <a:tableStyleId>{39B6C147-A62D-4C96-AAA0-4D99C44A1FA3}</a:tableStyleId>
              </a:tblPr>
              <a:tblGrid>
                <a:gridCol w="297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Deliverable Section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Contribution (%)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 dirty="0">
                          <a:solidFill>
                            <a:schemeClr val="tx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Aim A Figma &amp; UI System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chemeClr val="tx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80%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chemeClr val="tx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Front-End HTML/CSS Layouts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chemeClr val="tx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40%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chemeClr val="tx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FRS Specification (FR-01 / FR-02)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chemeClr val="tx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30%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chemeClr val="tx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3NF Database Schema Alignment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chemeClr val="tx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20%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chemeClr val="tx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Project Governance &amp; Slides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 dirty="0">
                          <a:solidFill>
                            <a:schemeClr val="tx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8" name="Google Shape;10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1538287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914400" y="1885950"/>
            <a:ext cx="4800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Aim A Scope: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End-to-end applicant onboarding, self-registration, credential verification, and dynamic profile editing.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14400" y="2400300"/>
            <a:ext cx="4800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FR-01 (Dual-Role Authentication):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Defined Role-Based Access Control (RBAC) boundaries separating Candidates and HR personnel.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2914650"/>
            <a:ext cx="48006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FR-02 (Modular Candidate Profile Store):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Engineered structured data schema for Personal Summary, Experience, Education, Certifications, and Skills.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3629025"/>
            <a:ext cx="4800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Engineering Execution: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Maintained visual continuity from Figma design tokens directly into Flexbox layouts and 3NF relational database tables.</a:t>
            </a:r>
            <a:endParaRPr/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7000" y="1538287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/>
          <p:nvPr/>
        </p:nvSpPr>
        <p:spPr>
          <a:xfrm>
            <a:off x="6477000" y="2262187"/>
            <a:ext cx="29753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9452371" y="2262187"/>
            <a:ext cx="201572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723900" y="1866900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23900" y="2381250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23900" y="2895600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723900" y="3609975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6477000" y="2690812"/>
            <a:ext cx="2975371" cy="9525"/>
          </a:xfrm>
          <a:prstGeom prst="rect">
            <a:avLst/>
          </a:prstGeom>
          <a:solidFill>
            <a:srgbClr val="2433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9452371" y="2690812"/>
            <a:ext cx="2015728" cy="9525"/>
          </a:xfrm>
          <a:prstGeom prst="rect">
            <a:avLst/>
          </a:prstGeom>
          <a:solidFill>
            <a:srgbClr val="2433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6477000" y="3119437"/>
            <a:ext cx="2975371" cy="9525"/>
          </a:xfrm>
          <a:prstGeom prst="rect">
            <a:avLst/>
          </a:prstGeom>
          <a:solidFill>
            <a:srgbClr val="2433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9452371" y="3119437"/>
            <a:ext cx="2015728" cy="9525"/>
          </a:xfrm>
          <a:prstGeom prst="rect">
            <a:avLst/>
          </a:prstGeom>
          <a:solidFill>
            <a:srgbClr val="2433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6477000" y="3548062"/>
            <a:ext cx="2975371" cy="9525"/>
          </a:xfrm>
          <a:prstGeom prst="rect">
            <a:avLst/>
          </a:prstGeom>
          <a:solidFill>
            <a:srgbClr val="2433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9452371" y="3548062"/>
            <a:ext cx="2015728" cy="9525"/>
          </a:xfrm>
          <a:prstGeom prst="rect">
            <a:avLst/>
          </a:prstGeom>
          <a:solidFill>
            <a:srgbClr val="2433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6477000" y="3976687"/>
            <a:ext cx="2975371" cy="9525"/>
          </a:xfrm>
          <a:prstGeom prst="rect">
            <a:avLst/>
          </a:prstGeom>
          <a:solidFill>
            <a:srgbClr val="2433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9452371" y="3976687"/>
            <a:ext cx="2015728" cy="9525"/>
          </a:xfrm>
          <a:prstGeom prst="rect">
            <a:avLst/>
          </a:prstGeom>
          <a:solidFill>
            <a:srgbClr val="2433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775" y="1276350"/>
            <a:ext cx="492055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92080" y="1276350"/>
            <a:ext cx="601414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485775" y="438150"/>
            <a:ext cx="44005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HCI &amp; PROTOTYPING ARCHITECTURE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485775" y="600075"/>
            <a:ext cx="462057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High-Fidelity UI Prototyping (Figma)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990600" y="1514475"/>
            <a:ext cx="417760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Design System Highlights</a:t>
            </a:r>
            <a:endParaRPr/>
          </a:p>
        </p:txBody>
      </p:sp>
      <p:pic>
        <p:nvPicPr>
          <p:cNvPr id="143" name="Google Shape;14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27702" y="334044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7165627" y="3797647"/>
            <a:ext cx="30670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Figure 1: High-Fidelity Figma Design System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321325" y="4035772"/>
            <a:ext cx="475565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wireframes and component layouts designed for Aim A (Applicant Portal &amp; Registration Modals).</a:t>
            </a:r>
            <a:endParaRPr/>
          </a:p>
        </p:txBody>
      </p:sp>
      <p:pic>
        <p:nvPicPr>
          <p:cNvPr id="146" name="Google Shape;14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153828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914400" y="1885950"/>
            <a:ext cx="425380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Desktop Viewport Layout: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Two-column dashboard with a fixed dark navigation sidebar and structured content cards.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914400" y="2400300"/>
            <a:ext cx="425380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Modal Overlays: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Designed modal states for adding education, career history, skills, and resume attachments without page navigation.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914400" y="3114675"/>
            <a:ext cx="425380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Figma Auto-Layout 5.0: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Enforced flexible spacing tokens and component state variants (Hover, Active, Default).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914400" y="3629025"/>
            <a:ext cx="425380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 Source of Truth: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Served as the visual contract for backend developers to verify input field requirements.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723900" y="1866900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723900" y="2381250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723900" y="3095625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723900" y="3609975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08428AD-DBE2-8A08-1EA4-BB4418F6F9D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503" y="1044922"/>
            <a:ext cx="6085295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1AB9545-1C8C-F79C-FB67-6948A5D8B54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503" y="4029075"/>
            <a:ext cx="6085295" cy="248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8875" y="1276350"/>
            <a:ext cx="54673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485775" y="438150"/>
            <a:ext cx="57721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FRONT-END ENGINEERING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485775" y="600075"/>
            <a:ext cx="606075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HTML5/CSS3 Web Page Translation &amp; Codebase</a:t>
            </a:r>
            <a:endParaRPr/>
          </a:p>
        </p:txBody>
      </p:sp>
      <p:pic>
        <p:nvPicPr>
          <p:cNvPr id="167" name="Google Shape;16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8237" y="3340447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7677150" y="3797647"/>
            <a:ext cx="25908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Figure 4: HTML5 &amp; Flexbox Codebase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827043" y="4035772"/>
            <a:ext cx="429101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Underlying HTML markup and modular CSS Flexbox layout logic pushed to GitHub.</a:t>
            </a: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310DA26-9A94-7089-9111-8A01038FA2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42" y="2063137"/>
            <a:ext cx="5462592" cy="3240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89487E8-093B-8C29-23AD-9D70E969216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74" y="914400"/>
            <a:ext cx="5467349" cy="2845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863B757-FC66-95BB-54F3-EB7F8C3B9F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4" y="3759547"/>
            <a:ext cx="5481643" cy="28451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/>
          <p:nvPr/>
        </p:nvSpPr>
        <p:spPr>
          <a:xfrm>
            <a:off x="485775" y="438150"/>
            <a:ext cx="529590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 &amp; GROWTH ROADMAP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485775" y="600075"/>
            <a:ext cx="556069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3NF Schema Alignment &amp; Skill Development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841921" y="5179209"/>
            <a:ext cx="194423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Self-Directed Learning</a:t>
            </a:r>
            <a:endParaRPr dirty="0"/>
          </a:p>
        </p:txBody>
      </p:sp>
      <p:pic>
        <p:nvPicPr>
          <p:cNvPr id="183" name="Google Shape;18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730" y="5215508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3654698" y="5111888"/>
            <a:ext cx="3194097" cy="568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 A Achievements: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Figma Auto-Layout &amp; Component Variants </a:t>
            </a:r>
            <a:br>
              <a:rPr lang="en-US" sz="1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Responsive CSS Flexbox Container Logic </a:t>
            </a:r>
            <a:br>
              <a:rPr lang="en-US" sz="1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3NF Relational Database Mapping Rules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7242720" y="5111890"/>
            <a:ext cx="3564383" cy="568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 B Planned Growth:</a:t>
            </a:r>
            <a:r>
              <a:rPr lang="en-US" sz="1050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RESTful API Integration (`Fetch API` / Async JS) </a:t>
            </a:r>
            <a:br>
              <a:rPr lang="en-US" sz="1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Dynamic Client-Side State Handling </a:t>
            </a:r>
            <a:br>
              <a:rPr lang="en-US" sz="1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Input Sanitization (XSS &amp; SQLi Defense)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7A2137-E717-32FF-3A50-3424C864E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58" y="1074549"/>
            <a:ext cx="10423623" cy="36849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775" y="1276350"/>
            <a:ext cx="36131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9375" y="1276350"/>
            <a:ext cx="36131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2975" y="1276350"/>
            <a:ext cx="36132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485775" y="438150"/>
            <a:ext cx="483870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GOVERNANCE &amp; DELIVERY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485775" y="600075"/>
            <a:ext cx="508063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 Collaboration &amp; Delivery Summary</a:t>
            </a:r>
            <a:endParaRPr/>
          </a:p>
        </p:txBody>
      </p:sp>
      <p:pic>
        <p:nvPicPr>
          <p:cNvPr id="198" name="Google Shape;19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800" y="1524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685800" y="2152650"/>
            <a:ext cx="147018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100% Attendance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85800" y="2457450"/>
            <a:ext cx="32130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Maintained a 100% attendance record across all scheduled bi-weekly supervisor progress meetings and bi-weekly internal team syncs.</a:t>
            </a:r>
            <a:endParaRPr/>
          </a:p>
        </p:txBody>
      </p:sp>
      <p:pic>
        <p:nvPicPr>
          <p:cNvPr id="201" name="Google Shape;20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89400" y="1524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4489400" y="2152650"/>
            <a:ext cx="184023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WBS Schedule Control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4489400" y="2457450"/>
            <a:ext cx="32130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Tracked individual tasks weekly against our Work Breakdown Structure, preventing deadline bottlenecks and ensuring steady milestone progress.</a:t>
            </a:r>
            <a:endParaRPr/>
          </a:p>
        </p:txBody>
      </p:sp>
      <p:pic>
        <p:nvPicPr>
          <p:cNvPr id="204" name="Google Shape;20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93000" y="1524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8293000" y="2152650"/>
            <a:ext cx="172021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Early Quality Delivery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8293000" y="2457450"/>
            <a:ext cx="3213199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Delivered Figma specs and HTML skeletons 2 to 3 days ahead of team review dates, providing buffer time for database schema cross-validation.</a:t>
            </a:r>
            <a:endParaRPr/>
          </a:p>
        </p:txBody>
      </p:sp>
      <p:pic>
        <p:nvPicPr>
          <p:cNvPr id="207" name="Google Shape;207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8675" y="16573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22750" y="16573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26350" y="165735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</Words>
  <Application>Microsoft Office PowerPoint</Application>
  <PresentationFormat>宽屏</PresentationFormat>
  <Paragraphs>62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Plus Jakarta Sans SemiBold</vt:lpstr>
      <vt:lpstr>Arial</vt:lpstr>
      <vt:lpstr>Calibri</vt:lpstr>
      <vt:lpstr>Plus Jakarta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晨竣 郑</cp:lastModifiedBy>
  <cp:revision>2</cp:revision>
  <dcterms:modified xsi:type="dcterms:W3CDTF">2026-08-02T13:30:08Z</dcterms:modified>
</cp:coreProperties>
</file>